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Operon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Business Consultant for Running a Smarter, More Profitable Restaurant.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Data Overload, Insight Starved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77240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restaurant owners have scattered data (reviews, POS systems, spreadsheets).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lack the time, integrated systems, or analytical expertise to interpret this data.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Decisions are made on gut feeling, leaving profit margins squeezed and operational issues unresolved.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Operon's Always-On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77240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consultant that automatically analyzes business performance across all metrics.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root causes of problems (e.g., specific high-food-cost items).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data into specific, actionable next steps in plain English.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like a dedicated data analyst at a fraction of the cost.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77240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Focus: Independent restaurant owners and small local groups.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 to 5 locations.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Points: Struggling with tight profit margins and disjointed operations.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Readiness: Already tracks some data but frustrated by lack of actionable summaries.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(Simplicity First)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77240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Onboarding &amp; Data Input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Simple UI to input revenue, food costs, menu items, and copy/paste reviews.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 complex POS integrations required for Day 1 MVP.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AI Health Check Generation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Our engine scans the data to check Revenue, Margin, &amp; Menu Health.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Feature: Actionable Recommendations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77240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Operon cuts through the noise.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provides a prioritized list of specific recommendations.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'Raise the price of the Pad Thai by $1.50 - demand is high but margin is weak.'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recommendation includes an expected impact and effort level indicator.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Feature: AI Consultant Chat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77240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AI: The chat acts as an extension of your specific business report.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ask follow-up questions: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'Why did my profit drop this week?'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'Which menu items should I promote on Instagram today?'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generated based exclusively on the restaurant's uploaded data and context.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Feature: Weekly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77240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proactive pulse check for the restaurant owner.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the overall business trend compared to the last period.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the single biggest issue and largest opportunity for that specific week.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3 quick-win recommended actions to keep growth on track.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User Experience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77240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Friction: Operon accepts lightweight CSV uploads or manual entry.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Gratification: Instantly translates raw numbers into easy-to-read, aesthetically pleasing dashboards.</a:t>
            </a:r>
            <a:endParaRPr lang="en-US" sz="2400" dirty="0"/>
          </a:p>
          <a:p>
            <a:pPr marL="342900" indent="-342900">
              <a:lnSpc>
                <a:spcPts val="4800"/>
              </a:lnSpc>
              <a:buSzPct val="100000"/>
              <a:buChar char="•"/>
            </a:pPr>
            <a:r>
              <a:rPr lang="en-US" sz="2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confusing spreadsheets—just visual, executive-level summaries of business health.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7175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restaurant intelligence from an enterprise luxury into an accessible, profit-driving necessity for every independent owner.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Operon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Operon Pitch Deck</dc:title>
  <dc:subject>PptxGenJS Presentation</dc:subject>
  <dc:creator>Operon</dc:creator>
  <cp:lastModifiedBy>Operon</cp:lastModifiedBy>
  <cp:revision>1</cp:revision>
  <dcterms:created xsi:type="dcterms:W3CDTF">2026-03-22T00:04:52Z</dcterms:created>
  <dcterms:modified xsi:type="dcterms:W3CDTF">2026-03-22T00:04:52Z</dcterms:modified>
</cp:coreProperties>
</file>